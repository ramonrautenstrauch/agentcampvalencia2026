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sldIdLst>
    <p:sldId id="271" r:id="rId5"/>
    <p:sldId id="257" r:id="rId6"/>
    <p:sldId id="266" r:id="rId7"/>
    <p:sldId id="275" r:id="rId8"/>
    <p:sldId id="267" r:id="rId9"/>
    <p:sldId id="258" r:id="rId10"/>
    <p:sldId id="259" r:id="rId11"/>
    <p:sldId id="260" r:id="rId12"/>
    <p:sldId id="276" r:id="rId13"/>
    <p:sldId id="274" r:id="rId14"/>
  </p:sldIdLst>
  <p:sldSz cx="12192000" cy="6858000"/>
  <p:notesSz cx="6858000" cy="9144000"/>
  <p:embeddedFontLst>
    <p:embeddedFont>
      <p:font typeface="Lufga" panose="00000500000000000000" pitchFamily="2" charset="0"/>
      <p:regular r:id="rId15"/>
      <p:bold r:id="rId16"/>
      <p:italic r:id="rId17"/>
      <p:boldItalic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3836"/>
    <a:srgbClr val="FFFFFF"/>
    <a:srgbClr val="F7CA66"/>
    <a:srgbClr val="D552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5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58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4.fntdata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3.fntdata"/><Relationship Id="rId2" Type="http://schemas.openxmlformats.org/officeDocument/2006/relationships/customXml" Target="../customXml/item2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font" Target="fonts/font1.fntdata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12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8.svg"/><Relationship Id="rId5" Type="http://schemas.openxmlformats.org/officeDocument/2006/relationships/image" Target="../media/image4.png"/><Relationship Id="rId10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6.png"/><Relationship Id="rId14" Type="http://schemas.openxmlformats.org/officeDocument/2006/relationships/image" Target="../media/image14.png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12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8.svg"/><Relationship Id="rId5" Type="http://schemas.openxmlformats.org/officeDocument/2006/relationships/image" Target="../media/image4.png"/><Relationship Id="rId10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6.png"/><Relationship Id="rId14" Type="http://schemas.openxmlformats.org/officeDocument/2006/relationships/image" Target="../media/image14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C1EE9-D2EB-5C33-5725-4B56BABCE8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CFF3D8-AB67-38B5-1DB8-13C26FBF28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FA9F7B-8A59-C812-FD25-1CBB6D6DA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3396F-A861-4C1C-A7E9-F53FB1B01DF7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BB246-1223-15CE-B4CB-B70E38C04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B131C6-CA25-98DF-4895-90803E63B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5323-F69B-4C72-A383-43AF704BB72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443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45CA2-6192-B719-0129-5B99DFC2B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1B096-5F51-307E-2A47-27DB991EE7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BCC6AD-0EDA-F588-5329-96934F251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3396F-A861-4C1C-A7E9-F53FB1B01DF7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81E12E-3351-7F31-096A-6AB3708B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D33FE4-F459-6950-4CF0-F4CC2C5C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5323-F69B-4C72-A383-43AF704BB72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634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58F73-9284-754F-2F52-5CA80E2FE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BD1591-AA24-2C74-8AFF-096689AB0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CF26C6-800B-3E61-77C4-14D3B72FB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3396F-A861-4C1C-A7E9-F53FB1B01DF7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8E1F0F-EBE5-4723-FC50-AAB6F2CE6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66C0FA-5807-18E5-587B-B7A2B7010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5323-F69B-4C72-A383-43AF704BB72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126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CE9F2-628C-8C88-249F-BFAB16341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586485-B644-0558-A7FD-AEAED4D793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D71156-96F1-92CE-B6C3-F94A91C77D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CE0C72-0A44-3BEF-9C26-53713E0A8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3396F-A861-4C1C-A7E9-F53FB1B01DF7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3DD2E6-223F-35FA-E94D-9117D9FCA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20FB03-F720-5DC2-E42E-B57B8403A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5323-F69B-4C72-A383-43AF704BB72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702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86A22-53C5-7F35-DF9D-69CE4B1B1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5FDE2A-DA52-71E3-7C68-83F53C35EB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5E3F1D-D3C0-24FE-284E-D5F1685FD9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57EFE4-4199-4006-38D6-DAA05F029F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A10480-9ED0-5B36-B2B4-EF74717E55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8E6096-BD1F-82DC-C745-D6704A313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3396F-A861-4C1C-A7E9-F53FB1B01DF7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75FBAF-DF93-6D1A-1815-D8DB05A54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AF9DBD-E7D2-5098-97C5-9D3085956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5323-F69B-4C72-A383-43AF704BB72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096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5CF4B-55BB-19C7-00C7-FAB06E7B0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FF63C3-058A-49D0-E59D-77071B1AD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3396F-A861-4C1C-A7E9-F53FB1B01DF7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99C61C-F827-8DE6-FB2D-73A2F0472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21985B-B925-4C4C-6BF1-30AFC0EF3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5323-F69B-4C72-A383-43AF704BB72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522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3EEA2E-B00C-6BC8-BA81-0E2B79557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3396F-A861-4C1C-A7E9-F53FB1B01DF7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D1D7F1-967E-33C6-6D1F-926BAC74D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E66688-7FB0-59BE-80CA-2BC4807EC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5323-F69B-4C72-A383-43AF704BB72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090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ATROCINADORES AgentCamp Valencia 20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3EEA2E-B00C-6BC8-BA81-0E2B79557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3396F-A861-4C1C-A7E9-F53FB1B01DF7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D1D7F1-967E-33C6-6D1F-926BAC74D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E66688-7FB0-59BE-80CA-2BC4807EC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5323-F69B-4C72-A383-43AF704BB72C}" type="slidenum">
              <a:rPr lang="en-US" smtClean="0"/>
              <a:t>‹Nº›</a:t>
            </a:fld>
            <a:endParaRPr lang="en-US"/>
          </a:p>
        </p:txBody>
      </p:sp>
      <p:pic>
        <p:nvPicPr>
          <p:cNvPr id="5" name="Picture 18" descr="A green background with a silhouette of buildings&#10;&#10;AI-generated content may be incorrect.">
            <a:extLst>
              <a:ext uri="{FF2B5EF4-FFF2-40B4-BE49-F238E27FC236}">
                <a16:creationId xmlns:a16="http://schemas.microsoft.com/office/drawing/2014/main" id="{03738068-2313-B080-52CC-B7453BDA4FC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4" descr="A yellow and green text on a black background&#10;&#10;AI-generated content may be incorrect.">
            <a:extLst>
              <a:ext uri="{FF2B5EF4-FFF2-40B4-BE49-F238E27FC236}">
                <a16:creationId xmlns:a16="http://schemas.microsoft.com/office/drawing/2014/main" id="{D017A83B-1EB4-60F2-20DF-841480E8468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5527" y="-167148"/>
            <a:ext cx="2203795" cy="2203795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A4FBBD20-2008-7553-57C4-0A0A95830F0D}"/>
              </a:ext>
            </a:extLst>
          </p:cNvPr>
          <p:cNvSpPr txBox="1"/>
          <p:nvPr userDrawn="1"/>
        </p:nvSpPr>
        <p:spPr>
          <a:xfrm>
            <a:off x="0" y="58912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7CA66"/>
                </a:solidFill>
                <a:latin typeface="Lufga" panose="00000500000000000000" pitchFamily="50" charset="0"/>
              </a:rPr>
              <a:t>    ¡</a:t>
            </a:r>
            <a:r>
              <a:rPr lang="en-US" sz="3600" b="1" dirty="0">
                <a:solidFill>
                  <a:srgbClr val="F7CA66"/>
                </a:solidFill>
                <a:latin typeface="Lufga" panose="00000500000000000000" pitchFamily="50" charset="0"/>
              </a:rPr>
              <a:t>Gracias</a:t>
            </a:r>
            <a:r>
              <a:rPr lang="en-US" sz="4000" b="1" dirty="0">
                <a:solidFill>
                  <a:srgbClr val="F7CA66"/>
                </a:solidFill>
                <a:latin typeface="Lufga" panose="00000500000000000000" pitchFamily="50" charset="0"/>
              </a:rPr>
              <a:t> a </a:t>
            </a:r>
            <a:r>
              <a:rPr lang="en-US" sz="4000" b="1" dirty="0" err="1">
                <a:solidFill>
                  <a:srgbClr val="F7CA66"/>
                </a:solidFill>
                <a:latin typeface="Lufga" panose="00000500000000000000" pitchFamily="50" charset="0"/>
              </a:rPr>
              <a:t>nuestros</a:t>
            </a:r>
            <a:r>
              <a:rPr lang="en-US" sz="4000" b="1" dirty="0">
                <a:solidFill>
                  <a:srgbClr val="F7CA66"/>
                </a:solidFill>
                <a:latin typeface="Lufga" panose="00000500000000000000" pitchFamily="50" charset="0"/>
              </a:rPr>
              <a:t> </a:t>
            </a:r>
            <a:r>
              <a:rPr lang="en-US" sz="4000" b="1" dirty="0" err="1">
                <a:solidFill>
                  <a:srgbClr val="F7CA66"/>
                </a:solidFill>
                <a:latin typeface="Lufga" panose="00000500000000000000" pitchFamily="50" charset="0"/>
              </a:rPr>
              <a:t>Patrocinadores</a:t>
            </a:r>
            <a:r>
              <a:rPr lang="en-US" sz="4000" b="1" dirty="0">
                <a:solidFill>
                  <a:srgbClr val="F7CA66"/>
                </a:solidFill>
                <a:latin typeface="Lufga" panose="00000500000000000000" pitchFamily="50" charset="0"/>
              </a:rPr>
              <a:t>!</a:t>
            </a:r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45F8A030-846F-50DD-6064-1E10D4BA94C3}"/>
              </a:ext>
            </a:extLst>
          </p:cNvPr>
          <p:cNvSpPr txBox="1"/>
          <p:nvPr userDrawn="1"/>
        </p:nvSpPr>
        <p:spPr>
          <a:xfrm>
            <a:off x="6900982" y="6364140"/>
            <a:ext cx="222866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600" dirty="0" err="1">
                <a:solidFill>
                  <a:schemeClr val="bg1"/>
                </a:solidFill>
                <a:latin typeface="Lufga" panose="020B0604020202020204" charset="0"/>
              </a:rPr>
              <a:t>Colaboradores</a:t>
            </a:r>
            <a:r>
              <a:rPr lang="en-GB" sz="1600" dirty="0">
                <a:solidFill>
                  <a:schemeClr val="bg1"/>
                </a:solidFill>
                <a:latin typeface="Lufga" panose="020B0604020202020204" charset="0"/>
              </a:rPr>
              <a:t>:</a:t>
            </a: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AD4F095D-DAEB-3A11-92F9-8A9E2FC58CA3}"/>
              </a:ext>
            </a:extLst>
          </p:cNvPr>
          <p:cNvSpPr txBox="1"/>
          <p:nvPr userDrawn="1"/>
        </p:nvSpPr>
        <p:spPr>
          <a:xfrm>
            <a:off x="5195753" y="1582981"/>
            <a:ext cx="18004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800" dirty="0">
                <a:solidFill>
                  <a:srgbClr val="F7CA66"/>
                </a:solidFill>
                <a:latin typeface="Lufga" panose="00000500000000000000" pitchFamily="50" charset="0"/>
              </a:rPr>
              <a:t>PREMIUM</a:t>
            </a:r>
            <a:endParaRPr lang="en-US" sz="2000" dirty="0">
              <a:solidFill>
                <a:srgbClr val="F7CA66"/>
              </a:solidFill>
              <a:latin typeface="Lufga" panose="00000500000000000000" pitchFamily="50" charset="0"/>
            </a:endParaRP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9B8300B9-06B8-EE77-6E89-6BF7ADD79DD4}"/>
              </a:ext>
            </a:extLst>
          </p:cNvPr>
          <p:cNvSpPr txBox="1"/>
          <p:nvPr userDrawn="1"/>
        </p:nvSpPr>
        <p:spPr>
          <a:xfrm>
            <a:off x="5634173" y="3737122"/>
            <a:ext cx="9236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dirty="0">
                <a:solidFill>
                  <a:srgbClr val="F7CA66"/>
                </a:solidFill>
                <a:latin typeface="Lufga" panose="00000500000000000000" pitchFamily="50" charset="0"/>
              </a:rPr>
              <a:t>GOLD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908B96A0-EEC7-8B5F-4B2C-9D772A22AAF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57" y="5320322"/>
            <a:ext cx="3137288" cy="681576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E92C71E4-FDE0-2922-CDF6-5A8591B092E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3091" y="4317466"/>
            <a:ext cx="3042678" cy="604576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1DDB3ED9-F6B5-58AB-2252-BE1A26F2967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7110" y="5346817"/>
            <a:ext cx="2907088" cy="769657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2BEA69FB-3F7F-D83F-855D-4169A6E278FE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0241" y="6262030"/>
            <a:ext cx="925528" cy="562469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F4DAF708-04EB-1BE9-EA78-44F3CC6E8796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6834" y="2383629"/>
            <a:ext cx="4858327" cy="1107699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76DD36B0-C0FD-4897-288D-8143583F5356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33164" y="5143924"/>
            <a:ext cx="2986207" cy="947140"/>
          </a:xfrm>
          <a:prstGeom prst="rect">
            <a:avLst/>
          </a:prstGeom>
        </p:spPr>
      </p:pic>
      <p:pic>
        <p:nvPicPr>
          <p:cNvPr id="19" name="Gráfico 18">
            <a:extLst>
              <a:ext uri="{FF2B5EF4-FFF2-40B4-BE49-F238E27FC236}">
                <a16:creationId xmlns:a16="http://schemas.microsoft.com/office/drawing/2014/main" id="{4FD8965D-886C-040A-2D93-D15ADF808EA0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50857" y="4189003"/>
            <a:ext cx="3104208" cy="1003616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BDF706BE-6E17-DF45-E325-74DB50A86BC5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4621" y="3977697"/>
            <a:ext cx="4992066" cy="1450467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4D387EB1-24C3-3B25-E33A-01825720CCE5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6597" y="6245392"/>
            <a:ext cx="558800" cy="558800"/>
          </a:xfrm>
          <a:prstGeom prst="rect">
            <a:avLst/>
          </a:prstGeom>
        </p:spPr>
      </p:pic>
      <p:pic>
        <p:nvPicPr>
          <p:cNvPr id="22" name="Picture 39">
            <a:extLst>
              <a:ext uri="{FF2B5EF4-FFF2-40B4-BE49-F238E27FC236}">
                <a16:creationId xmlns:a16="http://schemas.microsoft.com/office/drawing/2014/main" id="{8014E7CC-748E-FAC2-4C72-22ACA0F6200D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0595" y="6084498"/>
            <a:ext cx="2006789" cy="899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71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PATROCINADORES AgentCamp Valencia 20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3EEA2E-B00C-6BC8-BA81-0E2B79557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3396F-A861-4C1C-A7E9-F53FB1B01DF7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D1D7F1-967E-33C6-6D1F-926BAC74D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E66688-7FB0-59BE-80CA-2BC4807EC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5323-F69B-4C72-A383-43AF704BB72C}" type="slidenum">
              <a:rPr lang="en-US" smtClean="0"/>
              <a:t>‹Nº›</a:t>
            </a:fld>
            <a:endParaRPr lang="en-US"/>
          </a:p>
        </p:txBody>
      </p:sp>
      <p:pic>
        <p:nvPicPr>
          <p:cNvPr id="5" name="Picture 18" descr="A green background with a silhouette of buildings&#10;&#10;AI-generated content may be incorrect.">
            <a:extLst>
              <a:ext uri="{FF2B5EF4-FFF2-40B4-BE49-F238E27FC236}">
                <a16:creationId xmlns:a16="http://schemas.microsoft.com/office/drawing/2014/main" id="{03738068-2313-B080-52CC-B7453BDA4FC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4" descr="A yellow and green text on a black background&#10;&#10;AI-generated content may be incorrect.">
            <a:extLst>
              <a:ext uri="{FF2B5EF4-FFF2-40B4-BE49-F238E27FC236}">
                <a16:creationId xmlns:a16="http://schemas.microsoft.com/office/drawing/2014/main" id="{D017A83B-1EB4-60F2-20DF-841480E8468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5527" y="-167148"/>
            <a:ext cx="2203795" cy="2203795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A4FBBD20-2008-7553-57C4-0A0A95830F0D}"/>
              </a:ext>
            </a:extLst>
          </p:cNvPr>
          <p:cNvSpPr txBox="1"/>
          <p:nvPr userDrawn="1"/>
        </p:nvSpPr>
        <p:spPr>
          <a:xfrm>
            <a:off x="0" y="58912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7CA66"/>
                </a:solidFill>
                <a:latin typeface="Lufga" panose="00000500000000000000" pitchFamily="50" charset="0"/>
              </a:rPr>
              <a:t>    ¡</a:t>
            </a:r>
            <a:r>
              <a:rPr lang="en-US" sz="3600" b="1" dirty="0">
                <a:solidFill>
                  <a:srgbClr val="F7CA66"/>
                </a:solidFill>
                <a:latin typeface="Lufga" panose="00000500000000000000" pitchFamily="50" charset="0"/>
              </a:rPr>
              <a:t>Gracias</a:t>
            </a:r>
            <a:r>
              <a:rPr lang="en-US" sz="4000" b="1" dirty="0">
                <a:solidFill>
                  <a:srgbClr val="F7CA66"/>
                </a:solidFill>
                <a:latin typeface="Lufga" panose="00000500000000000000" pitchFamily="50" charset="0"/>
              </a:rPr>
              <a:t> a </a:t>
            </a:r>
            <a:r>
              <a:rPr lang="en-US" sz="4000" b="1" dirty="0" err="1">
                <a:solidFill>
                  <a:srgbClr val="F7CA66"/>
                </a:solidFill>
                <a:latin typeface="Lufga" panose="00000500000000000000" pitchFamily="50" charset="0"/>
              </a:rPr>
              <a:t>nuestros</a:t>
            </a:r>
            <a:r>
              <a:rPr lang="en-US" sz="4000" b="1" dirty="0">
                <a:solidFill>
                  <a:srgbClr val="F7CA66"/>
                </a:solidFill>
                <a:latin typeface="Lufga" panose="00000500000000000000" pitchFamily="50" charset="0"/>
              </a:rPr>
              <a:t> </a:t>
            </a:r>
            <a:r>
              <a:rPr lang="en-US" sz="4000" b="1" dirty="0" err="1">
                <a:solidFill>
                  <a:srgbClr val="F7CA66"/>
                </a:solidFill>
                <a:latin typeface="Lufga" panose="00000500000000000000" pitchFamily="50" charset="0"/>
              </a:rPr>
              <a:t>Patrocinadores</a:t>
            </a:r>
            <a:r>
              <a:rPr lang="en-US" sz="4000" b="1" dirty="0">
                <a:solidFill>
                  <a:srgbClr val="F7CA66"/>
                </a:solidFill>
                <a:latin typeface="Lufga" panose="00000500000000000000" pitchFamily="50" charset="0"/>
              </a:rPr>
              <a:t>!</a:t>
            </a:r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45F8A030-846F-50DD-6064-1E10D4BA94C3}"/>
              </a:ext>
            </a:extLst>
          </p:cNvPr>
          <p:cNvSpPr txBox="1"/>
          <p:nvPr userDrawn="1"/>
        </p:nvSpPr>
        <p:spPr>
          <a:xfrm>
            <a:off x="6900982" y="6364140"/>
            <a:ext cx="222866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600" dirty="0" err="1">
                <a:solidFill>
                  <a:schemeClr val="bg1"/>
                </a:solidFill>
                <a:latin typeface="Lufga" panose="020B0604020202020204" charset="0"/>
              </a:rPr>
              <a:t>Colaboradores</a:t>
            </a:r>
            <a:r>
              <a:rPr lang="en-GB" sz="1600" dirty="0">
                <a:solidFill>
                  <a:schemeClr val="bg1"/>
                </a:solidFill>
                <a:latin typeface="Lufga" panose="020B0604020202020204" charset="0"/>
              </a:rPr>
              <a:t>:</a:t>
            </a:r>
          </a:p>
        </p:txBody>
      </p:sp>
      <p:sp>
        <p:nvSpPr>
          <p:cNvPr id="9" name="Rectangle 26">
            <a:extLst>
              <a:ext uri="{FF2B5EF4-FFF2-40B4-BE49-F238E27FC236}">
                <a16:creationId xmlns:a16="http://schemas.microsoft.com/office/drawing/2014/main" id="{B2752200-400B-A6EC-BB86-5E648E90B4FB}"/>
              </a:ext>
            </a:extLst>
          </p:cNvPr>
          <p:cNvSpPr/>
          <p:nvPr userDrawn="1"/>
        </p:nvSpPr>
        <p:spPr>
          <a:xfrm>
            <a:off x="0" y="2106201"/>
            <a:ext cx="12192000" cy="1557074"/>
          </a:xfrm>
          <a:prstGeom prst="rect">
            <a:avLst/>
          </a:prstGeom>
          <a:solidFill>
            <a:schemeClr val="bg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AD4F095D-DAEB-3A11-92F9-8A9E2FC58CA3}"/>
              </a:ext>
            </a:extLst>
          </p:cNvPr>
          <p:cNvSpPr txBox="1"/>
          <p:nvPr userDrawn="1"/>
        </p:nvSpPr>
        <p:spPr>
          <a:xfrm>
            <a:off x="5195753" y="1582981"/>
            <a:ext cx="18004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800" dirty="0">
                <a:solidFill>
                  <a:srgbClr val="F7CA66"/>
                </a:solidFill>
                <a:latin typeface="Lufga" panose="00000500000000000000" pitchFamily="50" charset="0"/>
              </a:rPr>
              <a:t>PREMIUM</a:t>
            </a:r>
            <a:endParaRPr lang="en-US" sz="2000" dirty="0">
              <a:solidFill>
                <a:srgbClr val="F7CA66"/>
              </a:solidFill>
              <a:latin typeface="Lufga" panose="00000500000000000000" pitchFamily="50" charset="0"/>
            </a:endParaRP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9B8300B9-06B8-EE77-6E89-6BF7ADD79DD4}"/>
              </a:ext>
            </a:extLst>
          </p:cNvPr>
          <p:cNvSpPr txBox="1"/>
          <p:nvPr userDrawn="1"/>
        </p:nvSpPr>
        <p:spPr>
          <a:xfrm>
            <a:off x="5634173" y="3737122"/>
            <a:ext cx="9236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dirty="0">
                <a:solidFill>
                  <a:srgbClr val="F7CA66"/>
                </a:solidFill>
                <a:latin typeface="Lufga" panose="00000500000000000000" pitchFamily="50" charset="0"/>
              </a:rPr>
              <a:t>GOLD</a:t>
            </a:r>
          </a:p>
        </p:txBody>
      </p:sp>
      <p:sp>
        <p:nvSpPr>
          <p:cNvPr id="12" name="Rectangle 27">
            <a:extLst>
              <a:ext uri="{FF2B5EF4-FFF2-40B4-BE49-F238E27FC236}">
                <a16:creationId xmlns:a16="http://schemas.microsoft.com/office/drawing/2014/main" id="{4EA16F42-2F5E-66AC-DCB9-DE67EE5DB767}"/>
              </a:ext>
            </a:extLst>
          </p:cNvPr>
          <p:cNvSpPr/>
          <p:nvPr userDrawn="1"/>
        </p:nvSpPr>
        <p:spPr>
          <a:xfrm>
            <a:off x="-2" y="4138876"/>
            <a:ext cx="12192000" cy="2071576"/>
          </a:xfrm>
          <a:prstGeom prst="rect">
            <a:avLst/>
          </a:prstGeom>
          <a:solidFill>
            <a:schemeClr val="bg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908B96A0-EEC7-8B5F-4B2C-9D772A22AAF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57" y="5320322"/>
            <a:ext cx="3137288" cy="681576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E92C71E4-FDE0-2922-CDF6-5A8591B092E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3091" y="4317466"/>
            <a:ext cx="3042678" cy="604576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1DDB3ED9-F6B5-58AB-2252-BE1A26F2967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7110" y="5346817"/>
            <a:ext cx="2907088" cy="769657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2BEA69FB-3F7F-D83F-855D-4169A6E278FE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0241" y="6262030"/>
            <a:ext cx="925528" cy="562469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F4DAF708-04EB-1BE9-EA78-44F3CC6E8796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6834" y="2383629"/>
            <a:ext cx="4858327" cy="1107699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76DD36B0-C0FD-4897-288D-8143583F5356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33164" y="5143924"/>
            <a:ext cx="2986207" cy="947140"/>
          </a:xfrm>
          <a:prstGeom prst="rect">
            <a:avLst/>
          </a:prstGeom>
        </p:spPr>
      </p:pic>
      <p:pic>
        <p:nvPicPr>
          <p:cNvPr id="19" name="Gráfico 18">
            <a:extLst>
              <a:ext uri="{FF2B5EF4-FFF2-40B4-BE49-F238E27FC236}">
                <a16:creationId xmlns:a16="http://schemas.microsoft.com/office/drawing/2014/main" id="{4FD8965D-886C-040A-2D93-D15ADF808EA0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50857" y="4189003"/>
            <a:ext cx="3104208" cy="1003616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BDF706BE-6E17-DF45-E325-74DB50A86BC5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4621" y="3977697"/>
            <a:ext cx="4992066" cy="1450467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4D387EB1-24C3-3B25-E33A-01825720CCE5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6597" y="6245392"/>
            <a:ext cx="558800" cy="558800"/>
          </a:xfrm>
          <a:prstGeom prst="rect">
            <a:avLst/>
          </a:prstGeom>
        </p:spPr>
      </p:pic>
      <p:pic>
        <p:nvPicPr>
          <p:cNvPr id="22" name="Picture 39">
            <a:extLst>
              <a:ext uri="{FF2B5EF4-FFF2-40B4-BE49-F238E27FC236}">
                <a16:creationId xmlns:a16="http://schemas.microsoft.com/office/drawing/2014/main" id="{8014E7CC-748E-FAC2-4C72-22ACA0F6200D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0595" y="6084498"/>
            <a:ext cx="2006789" cy="899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420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A4608-5700-7ABB-3B11-17A1733A2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35985A-A762-6D68-96CE-708156E804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1CDE34-99E1-7839-2B0F-94EB04F115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5965DE-2586-726F-D9F1-B65564784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3396F-A861-4C1C-A7E9-F53FB1B01DF7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31ACA4-246B-2D2B-B0A2-7B3B8364C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6DF95E-B6AF-9DC2-75C4-EFE145AA0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5323-F69B-4C72-A383-43AF704BB72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08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89783-0310-DE24-EA8E-68868C600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14A9A4-8063-FD4E-B52F-870A335E63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3D6CD9-31F2-5B1E-5A4A-5C38DC7E99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785EA1-5BC1-7832-B7F5-F4D0D8102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3396F-A861-4C1C-A7E9-F53FB1B01DF7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AD3897-C011-118D-F95A-F28E8241E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8489DB-5854-05BE-CA9A-8C12A93AD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5323-F69B-4C72-A383-43AF704BB72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4919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37F6B-1E32-634B-ECF5-914F34811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742C2E-B674-7B94-0CEA-FA799A6CC2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5A02D8-568D-7D89-F880-BC7CB7B8D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3396F-A861-4C1C-A7E9-F53FB1B01DF7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EA08C1-9A9A-6346-9A12-1D3610C7B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17F3EC-8378-D48B-33A6-5CE4EE949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5323-F69B-4C72-A383-43AF704BB72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5628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EEE578-E2D0-5B96-36A3-22987888E3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E01419-F51A-A866-89B2-A6DA58836C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C03C4B-965E-E49C-1E6E-2DB208DB7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3396F-A861-4C1C-A7E9-F53FB1B01DF7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E68E58-6C96-B2BB-7FAB-B4405AD04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54CAE-BF6F-C7AC-625B-80BE10E09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5323-F69B-4C72-A383-43AF704BB72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352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7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20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23" Type="http://schemas.openxmlformats.org/officeDocument/2006/relationships/image" Target="../media/image9.png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5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22" Type="http://schemas.openxmlformats.org/officeDocument/2006/relationships/image" Target="../media/image8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ilhouette of a city&#10;&#10;AI-generated content may be incorrect.">
            <a:extLst>
              <a:ext uri="{FF2B5EF4-FFF2-40B4-BE49-F238E27FC236}">
                <a16:creationId xmlns:a16="http://schemas.microsoft.com/office/drawing/2014/main" id="{E134ECA9-9007-251D-BF9F-93E1B19975DF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78A224-A07F-D1CC-488A-32F01743D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83CCA1-C758-6EF9-6BA9-6868514C68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D722D6-AE58-5C40-599F-4E9DAEEC9C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73396F-A861-4C1C-A7E9-F53FB1B01DF7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8D2FAF-006F-1388-18F2-1A8758C635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E8DBDE-7680-E54A-7822-E5230C6A66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025323-F69B-4C72-A383-43AF704BB72C}" type="slidenum">
              <a:rPr lang="en-US" smtClean="0"/>
              <a:t>‹Nº›</a:t>
            </a:fld>
            <a:endParaRPr lang="en-US"/>
          </a:p>
        </p:txBody>
      </p:sp>
      <p:pic>
        <p:nvPicPr>
          <p:cNvPr id="8" name="Picture 7" descr="A yellow and green text on a black background&#10;&#10;AI-generated content may be incorrect.">
            <a:extLst>
              <a:ext uri="{FF2B5EF4-FFF2-40B4-BE49-F238E27FC236}">
                <a16:creationId xmlns:a16="http://schemas.microsoft.com/office/drawing/2014/main" id="{D5090FE9-6F62-0D72-68E0-1450118534C0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1250" y="-542925"/>
            <a:ext cx="2095500" cy="2095500"/>
          </a:xfrm>
          <a:prstGeom prst="rect">
            <a:avLst/>
          </a:prstGeom>
        </p:spPr>
      </p:pic>
      <p:grpSp>
        <p:nvGrpSpPr>
          <p:cNvPr id="9" name="Grupo 8">
            <a:extLst>
              <a:ext uri="{FF2B5EF4-FFF2-40B4-BE49-F238E27FC236}">
                <a16:creationId xmlns:a16="http://schemas.microsoft.com/office/drawing/2014/main" id="{B225C05A-06A7-B2D5-D9E8-AEFF38DAE4F0}"/>
              </a:ext>
            </a:extLst>
          </p:cNvPr>
          <p:cNvGrpSpPr/>
          <p:nvPr userDrawn="1"/>
        </p:nvGrpSpPr>
        <p:grpSpPr>
          <a:xfrm>
            <a:off x="2111459" y="6278324"/>
            <a:ext cx="7969082" cy="521176"/>
            <a:chOff x="4114798" y="6294588"/>
            <a:chExt cx="7969082" cy="521176"/>
          </a:xfrm>
        </p:grpSpPr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0569165B-418F-103C-5697-E1DD434A2954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69861" y="6405782"/>
              <a:ext cx="1127278" cy="244901"/>
            </a:xfrm>
            <a:prstGeom prst="rect">
              <a:avLst/>
            </a:prstGeom>
          </p:spPr>
        </p:pic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0A953226-5079-31BD-B086-0CB6AA65D6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34400" y="6428852"/>
              <a:ext cx="1093283" cy="217234"/>
            </a:xfrm>
            <a:prstGeom prst="rect">
              <a:avLst/>
            </a:prstGeom>
          </p:spPr>
        </p:pic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46CBEBDC-DB84-42F7-D549-CC67F0174C50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39317" y="6425027"/>
              <a:ext cx="1044563" cy="276550"/>
            </a:xfrm>
            <a:prstGeom prst="rect">
              <a:avLst/>
            </a:prstGeom>
          </p:spPr>
        </p:pic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4956FC9F-A467-D4C5-F157-B0F1C9998F45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217140" y="6388962"/>
              <a:ext cx="1072992" cy="340322"/>
            </a:xfrm>
            <a:prstGeom prst="rect">
              <a:avLst/>
            </a:prstGeom>
          </p:spPr>
        </p:pic>
        <p:pic>
          <p:nvPicPr>
            <p:cNvPr id="14" name="Gráfico 13">
              <a:extLst>
                <a:ext uri="{FF2B5EF4-FFF2-40B4-BE49-F238E27FC236}">
                  <a16:creationId xmlns:a16="http://schemas.microsoft.com/office/drawing/2014/main" id="{7B58CEC0-3F99-C419-D262-1372BCCD70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4114798" y="6366398"/>
              <a:ext cx="1115392" cy="360615"/>
            </a:xfrm>
            <a:prstGeom prst="rect">
              <a:avLst/>
            </a:prstGeom>
          </p:spPr>
        </p:pic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5DA6A06C-C51D-4820-E672-E98038406767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26800" y="6294588"/>
              <a:ext cx="1793730" cy="5211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24928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61" r:id="rId9"/>
    <p:sldLayoutId id="2147483656" r:id="rId10"/>
    <p:sldLayoutId id="2147483657" r:id="rId11"/>
    <p:sldLayoutId id="2147483658" r:id="rId12"/>
    <p:sldLayoutId id="2147483659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7CA66"/>
          </a:solidFill>
          <a:latin typeface="Lufga" panose="00000500000000000000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Lufga" panose="00000500000000000000" pitchFamily="50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Lufga" panose="00000500000000000000" pitchFamily="50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Lufga" panose="00000500000000000000" pitchFamily="50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Lufga" panose="00000500000000000000" pitchFamily="50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Lufga" panose="00000500000000000000" pitchFamily="50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8.svg"/><Relationship Id="rId3" Type="http://schemas.openxmlformats.org/officeDocument/2006/relationships/image" Target="../media/image16.png"/><Relationship Id="rId7" Type="http://schemas.openxmlformats.org/officeDocument/2006/relationships/image" Target="../media/image12.png"/><Relationship Id="rId12" Type="http://schemas.openxmlformats.org/officeDocument/2006/relationships/image" Target="../media/image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6.png"/><Relationship Id="rId5" Type="http://schemas.openxmlformats.org/officeDocument/2006/relationships/image" Target="../media/image18.png"/><Relationship Id="rId10" Type="http://schemas.openxmlformats.org/officeDocument/2006/relationships/image" Target="../media/image5.png"/><Relationship Id="rId4" Type="http://schemas.openxmlformats.org/officeDocument/2006/relationships/image" Target="../media/image17.png"/><Relationship Id="rId9" Type="http://schemas.openxmlformats.org/officeDocument/2006/relationships/image" Target="../media/image4.png"/><Relationship Id="rId1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0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0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9.png"/><Relationship Id="rId7" Type="http://schemas.openxmlformats.org/officeDocument/2006/relationships/image" Target="../media/image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1DB5E-E7AA-E8CC-BFD3-2526A913D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green background with a group of buildings and text&#10;&#10;AI-generated content may be incorrect.">
            <a:extLst>
              <a:ext uri="{FF2B5EF4-FFF2-40B4-BE49-F238E27FC236}">
                <a16:creationId xmlns:a16="http://schemas.microsoft.com/office/drawing/2014/main" id="{7CA9B9A6-6793-F43A-179E-0FA1B6E021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D0956B4-319C-66AC-ED14-191FC15E867A}"/>
              </a:ext>
            </a:extLst>
          </p:cNvPr>
          <p:cNvSpPr txBox="1"/>
          <p:nvPr/>
        </p:nvSpPr>
        <p:spPr>
          <a:xfrm>
            <a:off x="1104900" y="2808288"/>
            <a:ext cx="21242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Lufga" panose="00000500000000000000" pitchFamily="50" charset="0"/>
              </a:rPr>
              <a:t>7 Marzo 2026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E9C8B5-3709-EADD-E2CC-2BDCFB3EFC09}"/>
              </a:ext>
            </a:extLst>
          </p:cNvPr>
          <p:cNvSpPr txBox="1"/>
          <p:nvPr/>
        </p:nvSpPr>
        <p:spPr>
          <a:xfrm>
            <a:off x="1104899" y="3429000"/>
            <a:ext cx="38827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Lufga" panose="00000500000000000000" pitchFamily="50" charset="0"/>
              </a:rPr>
              <a:t>09:00 AM – 13:00 PM CST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8F10AB-A08E-8645-DCD8-7537E5AF8C63}"/>
              </a:ext>
            </a:extLst>
          </p:cNvPr>
          <p:cNvSpPr txBox="1"/>
          <p:nvPr/>
        </p:nvSpPr>
        <p:spPr>
          <a:xfrm>
            <a:off x="1104898" y="4049712"/>
            <a:ext cx="32587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chemeClr val="bg1"/>
                </a:solidFill>
                <a:latin typeface="Lufga" panose="00000500000000000000" pitchFamily="50" charset="0"/>
              </a:rPr>
              <a:t>Esic</a:t>
            </a:r>
            <a:endParaRPr lang="en-US" sz="2400" dirty="0">
              <a:solidFill>
                <a:schemeClr val="bg1"/>
              </a:solidFill>
              <a:latin typeface="Lufga" panose="00000500000000000000" pitchFamily="50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Lufga" panose="00000500000000000000" pitchFamily="50" charset="0"/>
              </a:rPr>
              <a:t>Valencia, Spain</a:t>
            </a:r>
          </a:p>
        </p:txBody>
      </p:sp>
      <p:pic>
        <p:nvPicPr>
          <p:cNvPr id="16" name="Picture 15" descr="A white line icon of a calendar&#10;&#10;AI-generated content may be incorrect.">
            <a:extLst>
              <a:ext uri="{FF2B5EF4-FFF2-40B4-BE49-F238E27FC236}">
                <a16:creationId xmlns:a16="http://schemas.microsoft.com/office/drawing/2014/main" id="{BC31A046-81F1-57F9-6647-DD5A218D28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824" y="2896474"/>
            <a:ext cx="297575" cy="297575"/>
          </a:xfrm>
          <a:prstGeom prst="rect">
            <a:avLst/>
          </a:prstGeom>
        </p:spPr>
      </p:pic>
      <p:pic>
        <p:nvPicPr>
          <p:cNvPr id="17" name="Picture 16" descr="A white clock with a black background&#10;&#10;AI-generated content may be incorrect.">
            <a:extLst>
              <a:ext uri="{FF2B5EF4-FFF2-40B4-BE49-F238E27FC236}">
                <a16:creationId xmlns:a16="http://schemas.microsoft.com/office/drawing/2014/main" id="{7544D3CD-3676-CA7E-D772-86D19EAC80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066" y="3523016"/>
            <a:ext cx="297575" cy="297575"/>
          </a:xfrm>
          <a:prstGeom prst="rect">
            <a:avLst/>
          </a:prstGeom>
        </p:spPr>
      </p:pic>
      <p:pic>
        <p:nvPicPr>
          <p:cNvPr id="18" name="Picture 17" descr="A white and black logo&#10;&#10;AI-generated content may be incorrect.">
            <a:extLst>
              <a:ext uri="{FF2B5EF4-FFF2-40B4-BE49-F238E27FC236}">
                <a16:creationId xmlns:a16="http://schemas.microsoft.com/office/drawing/2014/main" id="{72688534-ADF5-A82D-F69C-274B74681BB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066" y="4149558"/>
            <a:ext cx="297575" cy="2975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5F143-5D54-8849-165B-98CEEB5551EB}"/>
              </a:ext>
            </a:extLst>
          </p:cNvPr>
          <p:cNvSpPr txBox="1"/>
          <p:nvPr/>
        </p:nvSpPr>
        <p:spPr>
          <a:xfrm>
            <a:off x="7465552" y="84719"/>
            <a:ext cx="46411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600" b="0" i="0" dirty="0">
                <a:solidFill>
                  <a:schemeClr val="bg1"/>
                </a:solidFill>
                <a:effectLst/>
                <a:latin typeface="Lufga" panose="020B0604020202020204" charset="0"/>
              </a:rPr>
              <a:t>#AgentCamp </a:t>
            </a:r>
            <a:r>
              <a:rPr lang="en-GB" sz="1600" dirty="0">
                <a:solidFill>
                  <a:schemeClr val="bg1"/>
                </a:solidFill>
                <a:latin typeface="Lufga" panose="020B0604020202020204" charset="0"/>
              </a:rPr>
              <a:t>#GlobalAICommunity</a:t>
            </a: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9A757E2C-52E9-F535-ED10-636A21283264}"/>
              </a:ext>
            </a:extLst>
          </p:cNvPr>
          <p:cNvGrpSpPr/>
          <p:nvPr/>
        </p:nvGrpSpPr>
        <p:grpSpPr>
          <a:xfrm>
            <a:off x="6897436" y="846545"/>
            <a:ext cx="4601498" cy="4871430"/>
            <a:chOff x="6897436" y="846545"/>
            <a:chExt cx="4601498" cy="487143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761A70E-4F3B-5EC6-BBD3-072BB5573B5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897436" y="846545"/>
              <a:ext cx="4601498" cy="4601498"/>
            </a:xfrm>
            <a:prstGeom prst="roundRect">
              <a:avLst>
                <a:gd name="adj" fmla="val 3212"/>
              </a:avLst>
            </a:prstGeom>
            <a:ln>
              <a:noFill/>
            </a:ln>
            <a:effectLst>
              <a:outerShdw blurRad="368300" sx="111000" sy="111000" algn="ctr" rotWithShape="0">
                <a:prstClr val="black">
                  <a:alpha val="35000"/>
                </a:prstClr>
              </a:outerShdw>
              <a:softEdge rad="0"/>
            </a:effectLst>
          </p:spPr>
        </p:pic>
        <p:sp>
          <p:nvSpPr>
            <p:cNvPr id="10" name="Rectangle: Rounded Corners 1">
              <a:extLst>
                <a:ext uri="{FF2B5EF4-FFF2-40B4-BE49-F238E27FC236}">
                  <a16:creationId xmlns:a16="http://schemas.microsoft.com/office/drawing/2014/main" id="{5DA706D8-EA7D-B2F7-A07E-7A677358E646}"/>
                </a:ext>
              </a:extLst>
            </p:cNvPr>
            <p:cNvSpPr/>
            <p:nvPr/>
          </p:nvSpPr>
          <p:spPr>
            <a:xfrm rot="21385415">
              <a:off x="7622042" y="5194407"/>
              <a:ext cx="3283974" cy="523568"/>
            </a:xfrm>
            <a:prstGeom prst="roundRect">
              <a:avLst/>
            </a:prstGeom>
            <a:solidFill>
              <a:srgbClr val="D5522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3">
              <a:extLst>
                <a:ext uri="{FF2B5EF4-FFF2-40B4-BE49-F238E27FC236}">
                  <a16:creationId xmlns:a16="http://schemas.microsoft.com/office/drawing/2014/main" id="{A42B5193-2834-8B7E-400F-BFE5BCF6EE53}"/>
                </a:ext>
              </a:extLst>
            </p:cNvPr>
            <p:cNvSpPr txBox="1"/>
            <p:nvPr/>
          </p:nvSpPr>
          <p:spPr>
            <a:xfrm rot="21393749">
              <a:off x="7681747" y="5286915"/>
              <a:ext cx="316456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0" i="0" dirty="0">
                  <a:solidFill>
                    <a:schemeClr val="bg1"/>
                  </a:solidFill>
                  <a:effectLst/>
                  <a:latin typeface="Lufga" panose="00000500000000000000" pitchFamily="50" charset="0"/>
                  <a:cs typeface="Lao UI" panose="020F0502020204030204" pitchFamily="34" charset="0"/>
                </a:rPr>
                <a:t>www.agentcampvalencia.es</a:t>
              </a:r>
              <a:endParaRPr lang="en-US" sz="1600" dirty="0">
                <a:solidFill>
                  <a:schemeClr val="bg1"/>
                </a:solidFill>
                <a:latin typeface="Lufga" panose="00000500000000000000" pitchFamily="50" charset="0"/>
                <a:cs typeface="Lao UI" panose="020F0502020204030204" pitchFamily="34" charset="0"/>
              </a:endParaRPr>
            </a:p>
          </p:txBody>
        </p:sp>
      </p:grpSp>
      <p:pic>
        <p:nvPicPr>
          <p:cNvPr id="19" name="Imagen 18">
            <a:extLst>
              <a:ext uri="{FF2B5EF4-FFF2-40B4-BE49-F238E27FC236}">
                <a16:creationId xmlns:a16="http://schemas.microsoft.com/office/drawing/2014/main" id="{57F914C5-6517-D814-9967-4A0E92949FF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6834" y="3093314"/>
            <a:ext cx="1745675" cy="398014"/>
          </a:xfrm>
          <a:prstGeom prst="rect">
            <a:avLst/>
          </a:prstGeom>
        </p:spPr>
      </p:pic>
      <p:grpSp>
        <p:nvGrpSpPr>
          <p:cNvPr id="24" name="Grupo 23">
            <a:extLst>
              <a:ext uri="{FF2B5EF4-FFF2-40B4-BE49-F238E27FC236}">
                <a16:creationId xmlns:a16="http://schemas.microsoft.com/office/drawing/2014/main" id="{96AD36E2-F93F-BFDD-BF35-CD50F87476F6}"/>
              </a:ext>
            </a:extLst>
          </p:cNvPr>
          <p:cNvGrpSpPr/>
          <p:nvPr/>
        </p:nvGrpSpPr>
        <p:grpSpPr>
          <a:xfrm>
            <a:off x="4114798" y="6294588"/>
            <a:ext cx="7969082" cy="521176"/>
            <a:chOff x="4114798" y="6294588"/>
            <a:chExt cx="7969082" cy="521176"/>
          </a:xfrm>
        </p:grpSpPr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28C8DE7A-8969-8AA3-0A3D-C147E2BB69C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69861" y="6405782"/>
              <a:ext cx="1127278" cy="244901"/>
            </a:xfrm>
            <a:prstGeom prst="rect">
              <a:avLst/>
            </a:prstGeom>
          </p:spPr>
        </p:pic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A2043E21-528C-8FFB-FAC4-8063F023B7E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34400" y="6428852"/>
              <a:ext cx="1093283" cy="217234"/>
            </a:xfrm>
            <a:prstGeom prst="rect">
              <a:avLst/>
            </a:prstGeom>
          </p:spPr>
        </p:pic>
        <p:pic>
          <p:nvPicPr>
            <p:cNvPr id="14" name="Imagen 13">
              <a:extLst>
                <a:ext uri="{FF2B5EF4-FFF2-40B4-BE49-F238E27FC236}">
                  <a16:creationId xmlns:a16="http://schemas.microsoft.com/office/drawing/2014/main" id="{785BD4F8-B2E3-0843-3FEB-18E80660CB8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39317" y="6425027"/>
              <a:ext cx="1044563" cy="276550"/>
            </a:xfrm>
            <a:prstGeom prst="rect">
              <a:avLst/>
            </a:prstGeom>
          </p:spPr>
        </p:pic>
        <p:pic>
          <p:nvPicPr>
            <p:cNvPr id="20" name="Imagen 19">
              <a:extLst>
                <a:ext uri="{FF2B5EF4-FFF2-40B4-BE49-F238E27FC236}">
                  <a16:creationId xmlns:a16="http://schemas.microsoft.com/office/drawing/2014/main" id="{46FFAED0-9701-E6B3-338C-8BF116D99B1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217140" y="6388962"/>
              <a:ext cx="1072992" cy="340322"/>
            </a:xfrm>
            <a:prstGeom prst="rect">
              <a:avLst/>
            </a:prstGeom>
          </p:spPr>
        </p:pic>
        <p:pic>
          <p:nvPicPr>
            <p:cNvPr id="21" name="Gráfico 20">
              <a:extLst>
                <a:ext uri="{FF2B5EF4-FFF2-40B4-BE49-F238E27FC236}">
                  <a16:creationId xmlns:a16="http://schemas.microsoft.com/office/drawing/2014/main" id="{B90CFA32-4357-7833-CD8E-BC291995FF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114798" y="6366398"/>
              <a:ext cx="1115392" cy="360615"/>
            </a:xfrm>
            <a:prstGeom prst="rect">
              <a:avLst/>
            </a:prstGeom>
          </p:spPr>
        </p:pic>
        <p:pic>
          <p:nvPicPr>
            <p:cNvPr id="22" name="Imagen 21">
              <a:extLst>
                <a:ext uri="{FF2B5EF4-FFF2-40B4-BE49-F238E27FC236}">
                  <a16:creationId xmlns:a16="http://schemas.microsoft.com/office/drawing/2014/main" id="{F9ADB440-04F2-3561-97C6-6EAE82F769B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26800" y="6294588"/>
              <a:ext cx="1793730" cy="5211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92374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A green background with a silhouette of buildings&#10;&#10;AI-generated content may be incorrect.">
            <a:extLst>
              <a:ext uri="{FF2B5EF4-FFF2-40B4-BE49-F238E27FC236}">
                <a16:creationId xmlns:a16="http://schemas.microsoft.com/office/drawing/2014/main" id="{1458B2E0-70BE-4F35-B608-B232049CCD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A yellow and green text on a black background&#10;&#10;AI-generated content may be incorrect.">
            <a:extLst>
              <a:ext uri="{FF2B5EF4-FFF2-40B4-BE49-F238E27FC236}">
                <a16:creationId xmlns:a16="http://schemas.microsoft.com/office/drawing/2014/main" id="{458B49E0-C8F1-92DB-E019-C91FE56B70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754" y="-790575"/>
            <a:ext cx="3086100" cy="30861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FA7A8E9-C746-B666-F7C5-960FB93D2524}"/>
              </a:ext>
            </a:extLst>
          </p:cNvPr>
          <p:cNvSpPr txBox="1"/>
          <p:nvPr/>
        </p:nvSpPr>
        <p:spPr>
          <a:xfrm>
            <a:off x="593229" y="2088577"/>
            <a:ext cx="694132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F7CA66"/>
                </a:solidFill>
                <a:latin typeface="Lufga" panose="00000500000000000000" pitchFamily="50" charset="0"/>
              </a:rPr>
              <a:t>Increase your quality with the </a:t>
            </a:r>
          </a:p>
          <a:p>
            <a:r>
              <a:rPr lang="en-US" sz="3600" b="1" dirty="0">
                <a:solidFill>
                  <a:srgbClr val="F7CA66"/>
                </a:solidFill>
                <a:latin typeface="Lufga" panose="00000500000000000000" pitchFamily="50" charset="0"/>
              </a:rPr>
              <a:t>power of Agentic Engineering </a:t>
            </a:r>
          </a:p>
          <a:p>
            <a:r>
              <a:rPr lang="en-US" sz="3600" b="1" dirty="0">
                <a:solidFill>
                  <a:srgbClr val="F7CA66"/>
                </a:solidFill>
                <a:latin typeface="Lufga" panose="00000500000000000000" pitchFamily="50" charset="0"/>
              </a:rPr>
              <a:t>(Spec-Driven Development)</a:t>
            </a:r>
          </a:p>
        </p:txBody>
      </p:sp>
      <p:pic>
        <p:nvPicPr>
          <p:cNvPr id="12" name="Picture 11" descr="A person smiling with curly hair&#10;&#10;AI-generated content may be incorrect.">
            <a:extLst>
              <a:ext uri="{FF2B5EF4-FFF2-40B4-BE49-F238E27FC236}">
                <a16:creationId xmlns:a16="http://schemas.microsoft.com/office/drawing/2014/main" id="{7CF698BC-D45D-F4FA-63D2-985986660B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2533" y="1960885"/>
            <a:ext cx="2599821" cy="2495550"/>
          </a:xfrm>
          <a:prstGeom prst="roundRect">
            <a:avLst>
              <a:gd name="adj" fmla="val 7507"/>
            </a:avLst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5E69A38-E4BF-4B9A-0C99-CA945F13DCA3}"/>
              </a:ext>
            </a:extLst>
          </p:cNvPr>
          <p:cNvSpPr txBox="1"/>
          <p:nvPr/>
        </p:nvSpPr>
        <p:spPr>
          <a:xfrm>
            <a:off x="9327462" y="4544323"/>
            <a:ext cx="17299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b="1" dirty="0">
                <a:solidFill>
                  <a:srgbClr val="F7CA66"/>
                </a:solidFill>
                <a:latin typeface="Lufga" panose="00000500000000000000" pitchFamily="50" charset="0"/>
              </a:rPr>
              <a:t>Tanya Smith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B3312E0-D81B-5049-437F-B3355C3BC79C}"/>
              </a:ext>
            </a:extLst>
          </p:cNvPr>
          <p:cNvSpPr txBox="1"/>
          <p:nvPr/>
        </p:nvSpPr>
        <p:spPr>
          <a:xfrm>
            <a:off x="9032509" y="4871234"/>
            <a:ext cx="23198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rgbClr val="F7CA66"/>
                </a:solidFill>
                <a:latin typeface="Lufga" panose="00000500000000000000" pitchFamily="50" charset="0"/>
              </a:rPr>
              <a:t>Sr. Software Engineer</a:t>
            </a: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C47AD4ED-EE92-8C6A-052A-8DE12EBE7C84}"/>
              </a:ext>
            </a:extLst>
          </p:cNvPr>
          <p:cNvGrpSpPr/>
          <p:nvPr/>
        </p:nvGrpSpPr>
        <p:grpSpPr>
          <a:xfrm>
            <a:off x="4114798" y="6294588"/>
            <a:ext cx="7969082" cy="521176"/>
            <a:chOff x="4114798" y="6294588"/>
            <a:chExt cx="7969082" cy="521176"/>
          </a:xfrm>
        </p:grpSpPr>
        <p:pic>
          <p:nvPicPr>
            <p:cNvPr id="4" name="Imagen 3">
              <a:extLst>
                <a:ext uri="{FF2B5EF4-FFF2-40B4-BE49-F238E27FC236}">
                  <a16:creationId xmlns:a16="http://schemas.microsoft.com/office/drawing/2014/main" id="{F1717EED-F158-E8B0-D1EA-45FE75AE856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69861" y="6405782"/>
              <a:ext cx="1127278" cy="244901"/>
            </a:xfrm>
            <a:prstGeom prst="rect">
              <a:avLst/>
            </a:prstGeom>
          </p:spPr>
        </p:pic>
        <p:pic>
          <p:nvPicPr>
            <p:cNvPr id="6" name="Imagen 5">
              <a:extLst>
                <a:ext uri="{FF2B5EF4-FFF2-40B4-BE49-F238E27FC236}">
                  <a16:creationId xmlns:a16="http://schemas.microsoft.com/office/drawing/2014/main" id="{15642F25-52C4-75AF-B301-796D74CA3D5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34400" y="6428852"/>
              <a:ext cx="1093283" cy="217234"/>
            </a:xfrm>
            <a:prstGeom prst="rect">
              <a:avLst/>
            </a:prstGeom>
          </p:spPr>
        </p:pic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CF96027A-DCD4-EEF0-0993-0E23415F1A0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39317" y="6425027"/>
              <a:ext cx="1044563" cy="276550"/>
            </a:xfrm>
            <a:prstGeom prst="rect">
              <a:avLst/>
            </a:prstGeom>
          </p:spPr>
        </p:pic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466F84FA-5376-4B3A-BF52-C616D83789F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217140" y="6388962"/>
              <a:ext cx="1072992" cy="340322"/>
            </a:xfrm>
            <a:prstGeom prst="rect">
              <a:avLst/>
            </a:prstGeom>
          </p:spPr>
        </p:pic>
        <p:pic>
          <p:nvPicPr>
            <p:cNvPr id="10" name="Gráfico 9">
              <a:extLst>
                <a:ext uri="{FF2B5EF4-FFF2-40B4-BE49-F238E27FC236}">
                  <a16:creationId xmlns:a16="http://schemas.microsoft.com/office/drawing/2014/main" id="{A3DC84C3-FF73-BAAD-00F7-BD599C7DC47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114798" y="6366398"/>
              <a:ext cx="1115392" cy="360615"/>
            </a:xfrm>
            <a:prstGeom prst="rect">
              <a:avLst/>
            </a:prstGeom>
          </p:spPr>
        </p:pic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795FD6A4-E2BC-30EA-00E0-B5E90EF3F9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26800" y="6294588"/>
              <a:ext cx="1793730" cy="5211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71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EEBAB-006A-8642-B33E-A7185B1A0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A green background with a silhouette of buildings&#10;&#10;AI-generated content may be incorrect.">
            <a:extLst>
              <a:ext uri="{FF2B5EF4-FFF2-40B4-BE49-F238E27FC236}">
                <a16:creationId xmlns:a16="http://schemas.microsoft.com/office/drawing/2014/main" id="{F98E03A9-5183-2C43-7AA5-7916E109B9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A yellow and green text on a black background&#10;&#10;AI-generated content may be incorrect.">
            <a:extLst>
              <a:ext uri="{FF2B5EF4-FFF2-40B4-BE49-F238E27FC236}">
                <a16:creationId xmlns:a16="http://schemas.microsoft.com/office/drawing/2014/main" id="{2D762BCB-FD9E-9580-C6F3-898049A6B8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7896" y="-734844"/>
            <a:ext cx="3086100" cy="30861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F068A4C-602E-907B-9CBA-8D0FC8C3E3FF}"/>
              </a:ext>
            </a:extLst>
          </p:cNvPr>
          <p:cNvSpPr txBox="1"/>
          <p:nvPr/>
        </p:nvSpPr>
        <p:spPr>
          <a:xfrm>
            <a:off x="1003286" y="596930"/>
            <a:ext cx="694132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F7CA66"/>
                </a:solidFill>
                <a:latin typeface="Lufga" panose="00000500000000000000" pitchFamily="50" charset="0"/>
              </a:rPr>
              <a:t>Increase your quality with the </a:t>
            </a:r>
          </a:p>
          <a:p>
            <a:r>
              <a:rPr lang="en-US" sz="3600" b="1" dirty="0">
                <a:solidFill>
                  <a:srgbClr val="F7CA66"/>
                </a:solidFill>
                <a:latin typeface="Lufga" panose="00000500000000000000" pitchFamily="50" charset="0"/>
              </a:rPr>
              <a:t>power of Agentic Engineering </a:t>
            </a:r>
          </a:p>
          <a:p>
            <a:endParaRPr lang="en-US" sz="3600" b="1" dirty="0">
              <a:solidFill>
                <a:srgbClr val="F7CA66"/>
              </a:solidFill>
              <a:latin typeface="Lufga" panose="00000500000000000000" pitchFamily="50" charset="0"/>
            </a:endParaRPr>
          </a:p>
        </p:txBody>
      </p:sp>
      <p:pic>
        <p:nvPicPr>
          <p:cNvPr id="12" name="Picture 11" descr="A person smiling with curly hair&#10;&#10;AI-generated content may be incorrect.">
            <a:extLst>
              <a:ext uri="{FF2B5EF4-FFF2-40B4-BE49-F238E27FC236}">
                <a16:creationId xmlns:a16="http://schemas.microsoft.com/office/drawing/2014/main" id="{6A29DBE8-00A4-7DC4-DB4E-478E0FFF88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7943" y="2616611"/>
            <a:ext cx="2599821" cy="2495550"/>
          </a:xfrm>
          <a:prstGeom prst="roundRect">
            <a:avLst>
              <a:gd name="adj" fmla="val 7507"/>
            </a:avLst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3E20B35-236C-84A1-0C79-E750D468A09C}"/>
              </a:ext>
            </a:extLst>
          </p:cNvPr>
          <p:cNvSpPr txBox="1"/>
          <p:nvPr/>
        </p:nvSpPr>
        <p:spPr>
          <a:xfrm>
            <a:off x="2892851" y="5252238"/>
            <a:ext cx="17299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b="1" dirty="0">
                <a:solidFill>
                  <a:srgbClr val="F7CA66"/>
                </a:solidFill>
                <a:latin typeface="Lufga" panose="00000500000000000000" pitchFamily="50" charset="0"/>
              </a:rPr>
              <a:t>Tanya Smith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EB145DC-3961-ACB5-B60E-ED5DD29B7448}"/>
              </a:ext>
            </a:extLst>
          </p:cNvPr>
          <p:cNvSpPr txBox="1"/>
          <p:nvPr/>
        </p:nvSpPr>
        <p:spPr>
          <a:xfrm>
            <a:off x="2597898" y="5579149"/>
            <a:ext cx="23198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rgbClr val="F7CA66"/>
                </a:solidFill>
                <a:latin typeface="Lufga" panose="00000500000000000000" pitchFamily="50" charset="0"/>
              </a:rPr>
              <a:t>Sr. Software Engineer</a:t>
            </a:r>
          </a:p>
        </p:txBody>
      </p:sp>
      <p:pic>
        <p:nvPicPr>
          <p:cNvPr id="2" name="Picture 1" descr="A person smiling with curly hair&#10;&#10;AI-generated content may be incorrect.">
            <a:extLst>
              <a:ext uri="{FF2B5EF4-FFF2-40B4-BE49-F238E27FC236}">
                <a16:creationId xmlns:a16="http://schemas.microsoft.com/office/drawing/2014/main" id="{E75E0AD3-B203-4292-E7A3-5A1C1A725E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6369" y="2616611"/>
            <a:ext cx="2599821" cy="2495550"/>
          </a:xfrm>
          <a:prstGeom prst="roundRect">
            <a:avLst>
              <a:gd name="adj" fmla="val 7507"/>
            </a:avLst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7AF31D6-BB1F-3EAA-030E-5596C6807767}"/>
              </a:ext>
            </a:extLst>
          </p:cNvPr>
          <p:cNvSpPr txBox="1"/>
          <p:nvPr/>
        </p:nvSpPr>
        <p:spPr>
          <a:xfrm>
            <a:off x="7381277" y="5252238"/>
            <a:ext cx="17299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b="1" dirty="0">
                <a:solidFill>
                  <a:srgbClr val="F7CA66"/>
                </a:solidFill>
                <a:latin typeface="Lufga" panose="00000500000000000000" pitchFamily="50" charset="0"/>
              </a:rPr>
              <a:t>Tanya Smith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C73166-F977-E92C-1D42-14EE2D696FF9}"/>
              </a:ext>
            </a:extLst>
          </p:cNvPr>
          <p:cNvSpPr txBox="1"/>
          <p:nvPr/>
        </p:nvSpPr>
        <p:spPr>
          <a:xfrm>
            <a:off x="7086324" y="5579149"/>
            <a:ext cx="23198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rgbClr val="F7CA66"/>
                </a:solidFill>
                <a:latin typeface="Lufga" panose="00000500000000000000" pitchFamily="50" charset="0"/>
              </a:rPr>
              <a:t>Sr. Software Engineer</a:t>
            </a:r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231F96BB-74A7-6BE6-6E2F-829D9D9AA416}"/>
              </a:ext>
            </a:extLst>
          </p:cNvPr>
          <p:cNvGrpSpPr/>
          <p:nvPr/>
        </p:nvGrpSpPr>
        <p:grpSpPr>
          <a:xfrm>
            <a:off x="4114798" y="6294588"/>
            <a:ext cx="7969082" cy="521176"/>
            <a:chOff x="4114798" y="6294588"/>
            <a:chExt cx="7969082" cy="521176"/>
          </a:xfrm>
        </p:grpSpPr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C53F740B-CE5E-D187-ECB9-548B6A311C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69861" y="6405782"/>
              <a:ext cx="1127278" cy="244901"/>
            </a:xfrm>
            <a:prstGeom prst="rect">
              <a:avLst/>
            </a:prstGeom>
          </p:spPr>
        </p:pic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FAF7936C-95CC-5649-2B21-563D48746FF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34400" y="6428852"/>
              <a:ext cx="1093283" cy="217234"/>
            </a:xfrm>
            <a:prstGeom prst="rect">
              <a:avLst/>
            </a:prstGeom>
          </p:spPr>
        </p:pic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8C925E53-6644-52C3-33D6-02F7C946DDB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39317" y="6425027"/>
              <a:ext cx="1044563" cy="276550"/>
            </a:xfrm>
            <a:prstGeom prst="rect">
              <a:avLst/>
            </a:prstGeom>
          </p:spPr>
        </p:pic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B0835C7E-9E87-FBA5-17F7-39E946373ED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217140" y="6388962"/>
              <a:ext cx="1072992" cy="340322"/>
            </a:xfrm>
            <a:prstGeom prst="rect">
              <a:avLst/>
            </a:prstGeom>
          </p:spPr>
        </p:pic>
        <p:pic>
          <p:nvPicPr>
            <p:cNvPr id="14" name="Gráfico 13">
              <a:extLst>
                <a:ext uri="{FF2B5EF4-FFF2-40B4-BE49-F238E27FC236}">
                  <a16:creationId xmlns:a16="http://schemas.microsoft.com/office/drawing/2014/main" id="{15CD6C00-85B8-4FD0-0A5F-9E5AC3330A4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114798" y="6366398"/>
              <a:ext cx="1115392" cy="360615"/>
            </a:xfrm>
            <a:prstGeom prst="rect">
              <a:avLst/>
            </a:prstGeom>
          </p:spPr>
        </p:pic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19E5464E-F82D-F9B6-9D65-5B835C0EEC2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26800" y="6294588"/>
              <a:ext cx="1793730" cy="5211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87880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3760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0E729-B5B2-1DED-C80F-99DC1F911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2D99A-A0E8-18A4-76DD-77987F43AF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725372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41DEA-1479-95DF-4872-D4DA075933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2CD6D3-8094-8BAF-0B7D-63E77C3111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8600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C52BFC4-DEDE-FFFD-9E83-D40BB1452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A09FC9-2834-D237-568A-C126425E9E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4287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B5517-ABE2-1C5B-A15E-FF1A9BFF4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5981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FC0BF-365B-B68C-93AD-4592B005B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86883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05A21-AF07-5D89-FAE3-0AA1DD66E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green background with a group of buildings and text&#10;&#10;AI-generated content may be incorrect.">
            <a:extLst>
              <a:ext uri="{FF2B5EF4-FFF2-40B4-BE49-F238E27FC236}">
                <a16:creationId xmlns:a16="http://schemas.microsoft.com/office/drawing/2014/main" id="{219598F9-57FA-29D6-C5E1-BCD16B1955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DAE78D5-1489-7B7E-FA82-D180B9E8FACD}"/>
              </a:ext>
            </a:extLst>
          </p:cNvPr>
          <p:cNvSpPr txBox="1"/>
          <p:nvPr/>
        </p:nvSpPr>
        <p:spPr>
          <a:xfrm>
            <a:off x="875533" y="3202548"/>
            <a:ext cx="5566517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600" b="1" dirty="0">
                <a:solidFill>
                  <a:srgbClr val="F7CA66"/>
                </a:solidFill>
                <a:latin typeface="Lufga" panose="00000500000000000000" pitchFamily="50" charset="0"/>
              </a:rPr>
              <a:t>¡Gracias!</a:t>
            </a: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D77F9C00-54B7-0BF0-B746-87E9BE35630D}"/>
              </a:ext>
            </a:extLst>
          </p:cNvPr>
          <p:cNvGrpSpPr/>
          <p:nvPr/>
        </p:nvGrpSpPr>
        <p:grpSpPr>
          <a:xfrm>
            <a:off x="6897436" y="846545"/>
            <a:ext cx="4601498" cy="4871430"/>
            <a:chOff x="6897436" y="846545"/>
            <a:chExt cx="4601498" cy="4871430"/>
          </a:xfrm>
        </p:grpSpPr>
        <p:pic>
          <p:nvPicPr>
            <p:cNvPr id="11" name="Picture 8">
              <a:extLst>
                <a:ext uri="{FF2B5EF4-FFF2-40B4-BE49-F238E27FC236}">
                  <a16:creationId xmlns:a16="http://schemas.microsoft.com/office/drawing/2014/main" id="{A89DBF78-971E-E17E-C471-8607FF8BC32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897436" y="846545"/>
              <a:ext cx="4601498" cy="4601498"/>
            </a:xfrm>
            <a:prstGeom prst="roundRect">
              <a:avLst>
                <a:gd name="adj" fmla="val 3212"/>
              </a:avLst>
            </a:prstGeom>
            <a:ln>
              <a:noFill/>
            </a:ln>
            <a:effectLst>
              <a:outerShdw blurRad="368300" sx="111000" sy="111000" algn="ctr" rotWithShape="0">
                <a:prstClr val="black">
                  <a:alpha val="35000"/>
                </a:prstClr>
              </a:outerShdw>
              <a:softEdge rad="0"/>
            </a:effectLst>
          </p:spPr>
        </p:pic>
        <p:sp>
          <p:nvSpPr>
            <p:cNvPr id="12" name="Rectangle: Rounded Corners 1">
              <a:extLst>
                <a:ext uri="{FF2B5EF4-FFF2-40B4-BE49-F238E27FC236}">
                  <a16:creationId xmlns:a16="http://schemas.microsoft.com/office/drawing/2014/main" id="{F8685991-3018-666C-4F77-A2F0DB112856}"/>
                </a:ext>
              </a:extLst>
            </p:cNvPr>
            <p:cNvSpPr/>
            <p:nvPr/>
          </p:nvSpPr>
          <p:spPr>
            <a:xfrm rot="21385415">
              <a:off x="7622042" y="5194407"/>
              <a:ext cx="3283974" cy="523568"/>
            </a:xfrm>
            <a:prstGeom prst="roundRect">
              <a:avLst/>
            </a:prstGeom>
            <a:solidFill>
              <a:srgbClr val="D5522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3">
              <a:extLst>
                <a:ext uri="{FF2B5EF4-FFF2-40B4-BE49-F238E27FC236}">
                  <a16:creationId xmlns:a16="http://schemas.microsoft.com/office/drawing/2014/main" id="{85841A25-3E19-7898-499E-0641FF63F963}"/>
                </a:ext>
              </a:extLst>
            </p:cNvPr>
            <p:cNvSpPr txBox="1"/>
            <p:nvPr/>
          </p:nvSpPr>
          <p:spPr>
            <a:xfrm rot="21393749">
              <a:off x="7681747" y="5286915"/>
              <a:ext cx="316456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0" i="0" dirty="0">
                  <a:solidFill>
                    <a:schemeClr val="bg1"/>
                  </a:solidFill>
                  <a:effectLst/>
                  <a:latin typeface="Lufga" panose="00000500000000000000" pitchFamily="50" charset="0"/>
                  <a:cs typeface="Lao UI" panose="020F0502020204030204" pitchFamily="34" charset="0"/>
                </a:rPr>
                <a:t>www.agentcampvalencia.es</a:t>
              </a:r>
              <a:endParaRPr lang="en-US" sz="1600" dirty="0">
                <a:solidFill>
                  <a:schemeClr val="bg1"/>
                </a:solidFill>
                <a:latin typeface="Lufga" panose="00000500000000000000" pitchFamily="50" charset="0"/>
                <a:cs typeface="Lao UI" panose="020F0502020204030204" pitchFamily="34" charset="0"/>
              </a:endParaRPr>
            </a:p>
          </p:txBody>
        </p:sp>
      </p:grpSp>
      <p:sp>
        <p:nvSpPr>
          <p:cNvPr id="14" name="TextBox 2">
            <a:extLst>
              <a:ext uri="{FF2B5EF4-FFF2-40B4-BE49-F238E27FC236}">
                <a16:creationId xmlns:a16="http://schemas.microsoft.com/office/drawing/2014/main" id="{C82D4649-0AE1-8842-3E30-AB436ACCA6E8}"/>
              </a:ext>
            </a:extLst>
          </p:cNvPr>
          <p:cNvSpPr txBox="1"/>
          <p:nvPr/>
        </p:nvSpPr>
        <p:spPr>
          <a:xfrm>
            <a:off x="7465552" y="84719"/>
            <a:ext cx="46411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600" b="0" i="0" dirty="0">
                <a:solidFill>
                  <a:schemeClr val="bg1"/>
                </a:solidFill>
                <a:effectLst/>
                <a:latin typeface="Lufga" panose="020B0604020202020204" charset="0"/>
              </a:rPr>
              <a:t>#AgentCamp </a:t>
            </a:r>
            <a:r>
              <a:rPr lang="en-GB" sz="1600" dirty="0">
                <a:solidFill>
                  <a:schemeClr val="bg1"/>
                </a:solidFill>
                <a:latin typeface="Lufga" panose="020B0604020202020204" charset="0"/>
              </a:rPr>
              <a:t>#GlobalAICommunity</a:t>
            </a:r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AB792718-FE9D-7D42-A443-EAD526A502AA}"/>
              </a:ext>
            </a:extLst>
          </p:cNvPr>
          <p:cNvGrpSpPr/>
          <p:nvPr/>
        </p:nvGrpSpPr>
        <p:grpSpPr>
          <a:xfrm>
            <a:off x="4114798" y="6294588"/>
            <a:ext cx="7969082" cy="521176"/>
            <a:chOff x="4114798" y="6294588"/>
            <a:chExt cx="7969082" cy="521176"/>
          </a:xfrm>
        </p:grpSpPr>
        <p:pic>
          <p:nvPicPr>
            <p:cNvPr id="17" name="Imagen 16">
              <a:extLst>
                <a:ext uri="{FF2B5EF4-FFF2-40B4-BE49-F238E27FC236}">
                  <a16:creationId xmlns:a16="http://schemas.microsoft.com/office/drawing/2014/main" id="{62DBD392-5807-58DB-B4CF-B58ACDCCCDF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69861" y="6405782"/>
              <a:ext cx="1127278" cy="244901"/>
            </a:xfrm>
            <a:prstGeom prst="rect">
              <a:avLst/>
            </a:prstGeom>
          </p:spPr>
        </p:pic>
        <p:pic>
          <p:nvPicPr>
            <p:cNvPr id="18" name="Imagen 17">
              <a:extLst>
                <a:ext uri="{FF2B5EF4-FFF2-40B4-BE49-F238E27FC236}">
                  <a16:creationId xmlns:a16="http://schemas.microsoft.com/office/drawing/2014/main" id="{000611B5-1A54-AE78-4566-707AE5CCB50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34400" y="6428852"/>
              <a:ext cx="1093283" cy="217234"/>
            </a:xfrm>
            <a:prstGeom prst="rect">
              <a:avLst/>
            </a:prstGeom>
          </p:spPr>
        </p:pic>
        <p:pic>
          <p:nvPicPr>
            <p:cNvPr id="19" name="Imagen 18">
              <a:extLst>
                <a:ext uri="{FF2B5EF4-FFF2-40B4-BE49-F238E27FC236}">
                  <a16:creationId xmlns:a16="http://schemas.microsoft.com/office/drawing/2014/main" id="{E60B6C57-0E46-C9EC-5E9A-620DFBA1176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39317" y="6425027"/>
              <a:ext cx="1044563" cy="276550"/>
            </a:xfrm>
            <a:prstGeom prst="rect">
              <a:avLst/>
            </a:prstGeom>
          </p:spPr>
        </p:pic>
        <p:pic>
          <p:nvPicPr>
            <p:cNvPr id="20" name="Imagen 19">
              <a:extLst>
                <a:ext uri="{FF2B5EF4-FFF2-40B4-BE49-F238E27FC236}">
                  <a16:creationId xmlns:a16="http://schemas.microsoft.com/office/drawing/2014/main" id="{FF961BF2-410C-BE79-7779-F016BA2EBBD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217140" y="6388962"/>
              <a:ext cx="1072992" cy="340322"/>
            </a:xfrm>
            <a:prstGeom prst="rect">
              <a:avLst/>
            </a:prstGeom>
          </p:spPr>
        </p:pic>
        <p:pic>
          <p:nvPicPr>
            <p:cNvPr id="21" name="Gráfico 20">
              <a:extLst>
                <a:ext uri="{FF2B5EF4-FFF2-40B4-BE49-F238E27FC236}">
                  <a16:creationId xmlns:a16="http://schemas.microsoft.com/office/drawing/2014/main" id="{1404F402-1AE0-AD1E-2864-85D464354DA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114798" y="6366398"/>
              <a:ext cx="1115392" cy="360615"/>
            </a:xfrm>
            <a:prstGeom prst="rect">
              <a:avLst/>
            </a:prstGeom>
          </p:spPr>
        </p:pic>
        <p:pic>
          <p:nvPicPr>
            <p:cNvPr id="22" name="Imagen 21">
              <a:extLst>
                <a:ext uri="{FF2B5EF4-FFF2-40B4-BE49-F238E27FC236}">
                  <a16:creationId xmlns:a16="http://schemas.microsoft.com/office/drawing/2014/main" id="{A368C19C-3E9B-B425-278B-73808DEC3B8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26800" y="6294588"/>
              <a:ext cx="1793730" cy="5211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066608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8df2ea9-3bda-4d08-aeb7-dd7d258d2e46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A2F19F86BF2484E9A3708F5F57D5296" ma:contentTypeVersion="11" ma:contentTypeDescription="Een nieuw document maken." ma:contentTypeScope="" ma:versionID="fb8857062fb25c16086471511bdaffe7">
  <xsd:schema xmlns:xsd="http://www.w3.org/2001/XMLSchema" xmlns:xs="http://www.w3.org/2001/XMLSchema" xmlns:p="http://schemas.microsoft.com/office/2006/metadata/properties" xmlns:ns3="b8df2ea9-3bda-4d08-aeb7-dd7d258d2e46" targetNamespace="http://schemas.microsoft.com/office/2006/metadata/properties" ma:root="true" ma:fieldsID="3b808b6b326e79d8ddbb9dd4e3003da0" ns3:_="">
    <xsd:import namespace="b8df2ea9-3bda-4d08-aeb7-dd7d258d2e46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df2ea9-3bda-4d08-aeb7-dd7d258d2e46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166A811-0E9C-4D5C-AB8F-5DC215D8F61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1F6091E-1E8B-4BD4-AA90-75221ED3D456}">
  <ds:schemaRefs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schemas.microsoft.com/office/2006/metadata/properties"/>
    <ds:schemaRef ds:uri="http://www.w3.org/XML/1998/namespace"/>
    <ds:schemaRef ds:uri="b8df2ea9-3bda-4d08-aeb7-dd7d258d2e46"/>
    <ds:schemaRef ds:uri="http://schemas.microsoft.com/office/infopath/2007/PartnerControl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A6919305-6CEE-404D-A79A-2756D563038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8df2ea9-3bda-4d08-aeb7-dd7d258d2e4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207</TotalTime>
  <Words>75</Words>
  <Application>Microsoft Office PowerPoint</Application>
  <PresentationFormat>Panorámica</PresentationFormat>
  <Paragraphs>21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Aptos</vt:lpstr>
      <vt:lpstr>Arial</vt:lpstr>
      <vt:lpstr>Lufga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Agenda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Stephen Simon</dc:creator>
  <cp:lastModifiedBy>Ramón Rautenstrauch [DQS]</cp:lastModifiedBy>
  <cp:revision>14</cp:revision>
  <dcterms:created xsi:type="dcterms:W3CDTF">2026-01-15T14:46:51Z</dcterms:created>
  <dcterms:modified xsi:type="dcterms:W3CDTF">2026-03-01T08:54:03Z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0x0101005A2F19F86BF2484E9A3708F5F57D5296</vt:lpwstr>
  </property>
</Properties>
</file>